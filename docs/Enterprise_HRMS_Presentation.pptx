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EEAD4"/>
                </a:solidFill>
              </a:rPr>
              <a:t>FINAL INTERNSHIP PROJECT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Enterprise HRMS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58368" y="1874520"/>
            <a:ext cx="7040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DE7F4"/>
                </a:solidFill>
              </a:rPr>
              <a:t>Employee management, leave workflow, assets, reports, audit trail, and analytics in one full-stack React + Node.js application.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58368" y="598932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E7F4"/>
                </a:solidFill>
              </a:rPr>
              <a:t>Developer: Sanidhya Vijayvargiya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229600" y="731520"/>
            <a:ext cx="3108960" cy="5303520"/>
          </a:xfrm>
          <a:prstGeom prst="rect">
            <a:avLst>
              <a:gd name="adj" fmla="val 2353"/>
            </a:avLst>
          </a:prstGeom>
          <a:solidFill>
            <a:srgbClr val="263349"/>
          </a:solidFill>
          <a:ln w="12700">
            <a:solidFill>
              <a:srgbClr val="4B5D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22208" y="10972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Live Delivery Checklist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549640" y="1737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E7F4"/>
                </a:solidFill>
              </a:rPr>
              <a:t>✓ GitHub Code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549640" y="23042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E7F4"/>
                </a:solidFill>
              </a:rPr>
              <a:t>✓ Render Backend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549640" y="28712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E7F4"/>
                </a:solidFill>
              </a:rPr>
              <a:t>✓ Vercel Frontend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549640" y="343814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E7F4"/>
                </a:solidFill>
              </a:rPr>
              <a:t>✓ Cloud PostgreSQL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549640" y="40050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E7F4"/>
                </a:solidFill>
              </a:rPr>
              <a:t>✓ PDF + PPT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9E2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332720" y="651052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Enterprise HRMS | 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OVERVIEW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real-world HRMS/ERP style system for internship delivery.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58368" y="1600200"/>
            <a:ext cx="164592" cy="164592"/>
          </a:xfrm>
          <a:prstGeom prst="rect">
            <a:avLst>
              <a:gd name="adj" fmla="val 16667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9264" y="1527048"/>
            <a:ext cx="98755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033"/>
                </a:solidFill>
              </a:rPr>
              <a:t>Secure login and protected dashboard using JWT authentication.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58368" y="2258568"/>
            <a:ext cx="164592" cy="164592"/>
          </a:xfrm>
          <a:prstGeom prst="rect">
            <a:avLst>
              <a:gd name="adj" fmla="val 1666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9264" y="2185416"/>
            <a:ext cx="98755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033"/>
                </a:solidFill>
              </a:rPr>
              <a:t>Employee CRUD, departments, skills, uploads, and joined listing data.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58368" y="2916936"/>
            <a:ext cx="164592" cy="164592"/>
          </a:xfrm>
          <a:prstGeom prst="rect">
            <a:avLst>
              <a:gd name="adj" fmla="val 1666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9264" y="2843784"/>
            <a:ext cx="98755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033"/>
                </a:solidFill>
              </a:rPr>
              <a:t>Leave approval workflow, asset allocation, audit logs, notifications, and reports.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58368" y="3575304"/>
            <a:ext cx="164592" cy="164592"/>
          </a:xfrm>
          <a:prstGeom prst="rect">
            <a:avLst>
              <a:gd name="adj" fmla="val 16667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264" y="3502152"/>
            <a:ext cx="98755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033"/>
                </a:solidFill>
              </a:rPr>
              <a:t>Dashboard analytics with multiple charts for business presentation.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9E2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332720" y="651052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Enterprise HRMS | 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React frontend talks to an Express API with deploy-ready environment variables.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58368" y="1600200"/>
            <a:ext cx="164592" cy="164592"/>
          </a:xfrm>
          <a:prstGeom prst="rect">
            <a:avLst>
              <a:gd name="adj" fmla="val 16667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9264" y="1527048"/>
            <a:ext cx="98755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033"/>
                </a:solidFill>
              </a:rPr>
              <a:t>Frontend: React + Vite + Recharts + Lucide icons.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58368" y="2258568"/>
            <a:ext cx="164592" cy="164592"/>
          </a:xfrm>
          <a:prstGeom prst="rect">
            <a:avLst>
              <a:gd name="adj" fmla="val 1666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9264" y="2185416"/>
            <a:ext cx="98755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033"/>
                </a:solidFill>
              </a:rPr>
              <a:t>Backend: Node.js + Express REST APIs with JWT middleware.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58368" y="2916936"/>
            <a:ext cx="164592" cy="164592"/>
          </a:xfrm>
          <a:prstGeom prst="rect">
            <a:avLst>
              <a:gd name="adj" fmla="val 1666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9264" y="2843784"/>
            <a:ext cx="98755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033"/>
                </a:solidFill>
              </a:rPr>
              <a:t>Database plan: PostgreSQL schema for users, employees, leaves, assets, audit logs.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58368" y="3575304"/>
            <a:ext cx="164592" cy="164592"/>
          </a:xfrm>
          <a:prstGeom prst="rect">
            <a:avLst>
              <a:gd name="adj" fmla="val 16667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264" y="3502152"/>
            <a:ext cx="98755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033"/>
                </a:solidFill>
              </a:rPr>
              <a:t>Deployment plan: Render API, Vercel frontend, Neon PostgreSQL database.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9E2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332720" y="651052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Enterprise HRMS | 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MODULES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application covers common HRMS workflows used in companies.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58368" y="1600200"/>
            <a:ext cx="164592" cy="164592"/>
          </a:xfrm>
          <a:prstGeom prst="rect">
            <a:avLst>
              <a:gd name="adj" fmla="val 16667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9264" y="1527048"/>
            <a:ext cx="98755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033"/>
                </a:solidFill>
              </a:rPr>
              <a:t>Employee profile management with departments, skills, attendance, and salary.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58368" y="2258568"/>
            <a:ext cx="164592" cy="164592"/>
          </a:xfrm>
          <a:prstGeom prst="rect">
            <a:avLst>
              <a:gd name="adj" fmla="val 1666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9264" y="2185416"/>
            <a:ext cx="98755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033"/>
                </a:solidFill>
              </a:rPr>
              <a:t>Leave management with manager approval, HR approval, and final status.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58368" y="2916936"/>
            <a:ext cx="164592" cy="164592"/>
          </a:xfrm>
          <a:prstGeom prst="rect">
            <a:avLst>
              <a:gd name="adj" fmla="val 1666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9264" y="2843784"/>
            <a:ext cx="98755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033"/>
                </a:solidFill>
              </a:rPr>
              <a:t>Asset tracking for laptop, monitor, ID card, access card, and return status.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58368" y="3575304"/>
            <a:ext cx="164592" cy="164592"/>
          </a:xfrm>
          <a:prstGeom prst="rect">
            <a:avLst>
              <a:gd name="adj" fmla="val 16667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264" y="3502152"/>
            <a:ext cx="98755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033"/>
                </a:solidFill>
              </a:rPr>
              <a:t>Reports module with salary, TDS, PF, net salary, and CSV export.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9E2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332720" y="651052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Enterprise HRMS | 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Analytics view for management and interview demo.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21208" y="1133856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Includes department, salary, leave, asset, city, and online/offline/hybrid charts.</a:t>
            </a:r>
            <a:endParaRPr lang="en-US" sz="1100" dirty="0"/>
          </a:p>
        </p:txBody>
      </p:sp>
      <p:pic>
        <p:nvPicPr>
          <p:cNvPr id="5" name="Image 0" descr="/Users/sanidhyavijayvargiya/Documents/Codex/2026-06-11/files-mentioned-by-the-user-react/enterprise-hrms/docs/screenshots/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00200"/>
            <a:ext cx="4846320" cy="4480560"/>
          </a:xfrm>
          <a:prstGeom prst="rect">
            <a:avLst/>
          </a:prstGeom>
        </p:spPr>
      </p:pic>
      <p:pic>
        <p:nvPicPr>
          <p:cNvPr id="6" name="Image 1" descr="/Users/sanidhyavijayvargiya/Documents/Codex/2026-06-11/files-mentioned-by-the-user-react/enterprise-hrms/docs/screenshots/employe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600200"/>
            <a:ext cx="4846320" cy="44805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9E2EE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0332720" y="651052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Enterprise HRMS | 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DATABASE DESIGN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Normalized PostgreSQL schema supports relationships and reporting.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58368" y="1600200"/>
            <a:ext cx="164592" cy="164592"/>
          </a:xfrm>
          <a:prstGeom prst="rect">
            <a:avLst>
              <a:gd name="adj" fmla="val 16667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9264" y="1527048"/>
            <a:ext cx="98755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033"/>
                </a:solidFill>
              </a:rPr>
              <a:t>One-to-many: department to employees, employee to images, employee to leaves.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58368" y="2258568"/>
            <a:ext cx="164592" cy="164592"/>
          </a:xfrm>
          <a:prstGeom prst="rect">
            <a:avLst>
              <a:gd name="adj" fmla="val 1666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9264" y="2185416"/>
            <a:ext cx="98755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033"/>
                </a:solidFill>
              </a:rPr>
              <a:t>Many-to-many: employees and skills through employee_skills mapping table.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58368" y="2916936"/>
            <a:ext cx="164592" cy="164592"/>
          </a:xfrm>
          <a:prstGeom prst="rect">
            <a:avLst>
              <a:gd name="adj" fmla="val 1666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9264" y="2843784"/>
            <a:ext cx="98755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033"/>
                </a:solidFill>
              </a:rPr>
              <a:t>Audit table stores old/new JSONB data for enterprise tracking.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58368" y="3575304"/>
            <a:ext cx="164592" cy="164592"/>
          </a:xfrm>
          <a:prstGeom prst="rect">
            <a:avLst>
              <a:gd name="adj" fmla="val 16667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264" y="3502152"/>
            <a:ext cx="98755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033"/>
                </a:solidFill>
              </a:rPr>
              <a:t>Views support employee summary reports and SQL JOIN demonstrations.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9E2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332720" y="651052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Enterprise HRMS | 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DEPLOYMENT PLAN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delivery follows industry-style release steps.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58368" y="1600200"/>
            <a:ext cx="164592" cy="164592"/>
          </a:xfrm>
          <a:prstGeom prst="rect">
            <a:avLst>
              <a:gd name="adj" fmla="val 16667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9264" y="1527048"/>
            <a:ext cx="98755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033"/>
                </a:solidFill>
              </a:rPr>
              <a:t>Push source code to GitHub repository sanidhya254/sanidhya-demo.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58368" y="2258568"/>
            <a:ext cx="164592" cy="164592"/>
          </a:xfrm>
          <a:prstGeom prst="rect">
            <a:avLst>
              <a:gd name="adj" fmla="val 1666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9264" y="2185416"/>
            <a:ext cx="98755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033"/>
                </a:solidFill>
              </a:rPr>
              <a:t>Deploy backend service on Render using npm start and environment variables.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58368" y="2916936"/>
            <a:ext cx="164592" cy="164592"/>
          </a:xfrm>
          <a:prstGeom prst="rect">
            <a:avLst>
              <a:gd name="adj" fmla="val 1666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9264" y="2843784"/>
            <a:ext cx="98755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033"/>
                </a:solidFill>
              </a:rPr>
              <a:t>Deploy frontend on Vercel with VITE_API_URL pointing to the Render API.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58368" y="3575304"/>
            <a:ext cx="164592" cy="164592"/>
          </a:xfrm>
          <a:prstGeom prst="rect">
            <a:avLst>
              <a:gd name="adj" fmla="val 16667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264" y="3502152"/>
            <a:ext cx="98755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033"/>
                </a:solidFill>
              </a:rPr>
              <a:t>Create Neon PostgreSQL database and run DATABASE_SCHEMA.sql.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9E2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332720" y="651052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Enterprise HRMS | 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OUTCOMES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This project demonstrates full-stack and production delivery skills.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58368" y="1600200"/>
            <a:ext cx="164592" cy="164592"/>
          </a:xfrm>
          <a:prstGeom prst="rect">
            <a:avLst>
              <a:gd name="adj" fmla="val 16667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9264" y="1527048"/>
            <a:ext cx="98755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033"/>
                </a:solidFill>
              </a:rPr>
              <a:t>REST APIs, protected routes, authentication, and role-based access concepts.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58368" y="2258568"/>
            <a:ext cx="164592" cy="164592"/>
          </a:xfrm>
          <a:prstGeom prst="rect">
            <a:avLst>
              <a:gd name="adj" fmla="val 1666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9264" y="2185416"/>
            <a:ext cx="98755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033"/>
                </a:solidFill>
              </a:rPr>
              <a:t>React forms, dashboard design, filters, charts, and CSV report export.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58368" y="2916936"/>
            <a:ext cx="164592" cy="164592"/>
          </a:xfrm>
          <a:prstGeom prst="rect">
            <a:avLst>
              <a:gd name="adj" fmla="val 1666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9264" y="2843784"/>
            <a:ext cx="98755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033"/>
                </a:solidFill>
              </a:rPr>
              <a:t>PostgreSQL schema design, JOINs, normalization, audit logs, and reports.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58368" y="3575304"/>
            <a:ext cx="164592" cy="164592"/>
          </a:xfrm>
          <a:prstGeom prst="rect">
            <a:avLst>
              <a:gd name="adj" fmla="val 16667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264" y="3502152"/>
            <a:ext cx="98755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033"/>
                </a:solidFill>
              </a:rPr>
              <a:t>GitHub workflow, deployment documentation, and final project presentation.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9E2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332720" y="651052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Enterprise HRMS | 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Final Internship Submission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Enterprise HRMS Presentation</dc:title>
  <dc:subject>Enterprise HRMS Final Internship Project</dc:subject>
  <dc:creator>Sanidhya Vijayvargiya</dc:creator>
  <cp:lastModifiedBy>Sanidhya Vijayvargiya</cp:lastModifiedBy>
  <cp:revision>1</cp:revision>
  <dcterms:created xsi:type="dcterms:W3CDTF">2026-06-12T07:11:23Z</dcterms:created>
  <dcterms:modified xsi:type="dcterms:W3CDTF">2026-06-12T07:11:23Z</dcterms:modified>
</cp:coreProperties>
</file>